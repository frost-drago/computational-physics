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48" d="100"/>
          <a:sy n="48" d="100"/>
        </p:scale>
        <p:origin x="55" y="7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9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9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2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4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0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2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7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0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46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689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0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57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4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64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2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D862A3-4AE1-478D-9E0B-FFA75BF76DFC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B8338-13C4-4FC8-95F5-22F6B45F2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94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F6AB-B253-213D-4CBC-F97562943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Lid-driven Cavity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Project Milestone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7351F-006C-3BF2-DD44-630941DAA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Tiffany W &amp; Evelyn Jane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7345A-4A47-7AEC-729C-1929D1006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847" y="1769515"/>
            <a:ext cx="2851307" cy="331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</a:t>
            </a:r>
            <a:r>
              <a:rPr lang="en-US" dirty="0" err="1"/>
              <a:t>Mathemathical</a:t>
            </a:r>
            <a:r>
              <a:rPr lang="en-US" dirty="0"/>
              <a:t> formulation &amp; </a:t>
            </a:r>
            <a:r>
              <a:rPr lang="en-US" dirty="0" err="1"/>
              <a:t>discretetization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E4BA5-6FA8-5C93-6EAB-AA229381A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3" y="2052918"/>
                <a:ext cx="6394768" cy="419548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1.1 Definition of Governing Equations: Formulating the 2D Incompressible Navier-Stokes equations into the </a:t>
                </a:r>
                <a:r>
                  <a:rPr lang="en-US" dirty="0" err="1"/>
                  <a:t>Streamfunction</a:t>
                </a:r>
                <a:r>
                  <a:rPr lang="en-US" dirty="0"/>
                  <a:t>-Vorticity (</a:t>
                </a:r>
                <a:r>
                  <a:rPr lang="el-GR" dirty="0"/>
                  <a:t>Ψ</a:t>
                </a:r>
                <a:r>
                  <a:rPr lang="en-US" dirty="0"/>
                  <a:t> - </a:t>
                </a:r>
                <a:r>
                  <a:rPr lang="el-GR" dirty="0"/>
                  <a:t>ω</a:t>
                </a:r>
                <a:r>
                  <a:rPr lang="en-US" dirty="0"/>
                  <a:t>) transport system.</a:t>
                </a:r>
              </a:p>
              <a:p>
                <a:pPr lvl="1"/>
                <a:r>
                  <a:rPr lang="en-US" dirty="0"/>
                  <a:t>Status: Finished</a:t>
                </a:r>
              </a:p>
              <a:p>
                <a:pPr lvl="1"/>
                <a:r>
                  <a:rPr lang="en-US" dirty="0"/>
                  <a:t>By: Evelyn</a:t>
                </a:r>
              </a:p>
              <a:p>
                <a:r>
                  <a:rPr lang="en-US" dirty="0"/>
                  <a:t>1.2 Mesh Grid Generation: </a:t>
                </a:r>
                <a:r>
                  <a:rPr lang="en-US" dirty="0" err="1"/>
                  <a:t>Discreting</a:t>
                </a:r>
                <a:r>
                  <a:rPr lang="en-US" dirty="0"/>
                  <a:t> the continuous domain into a uniform Cartesian grid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𝑁𝑦</m:t>
                    </m:r>
                  </m:oMath>
                </a14:m>
                <a:r>
                  <a:rPr lang="en-US" dirty="0"/>
                  <a:t>) and defining the spatial steps (dx, </a:t>
                </a:r>
                <a:r>
                  <a:rPr lang="en-US" dirty="0" err="1"/>
                  <a:t>dy</a:t>
                </a:r>
                <a:r>
                  <a:rPr lang="en-US" dirty="0"/>
                  <a:t>) and time-step (dt) based on the stability criteria.</a:t>
                </a:r>
              </a:p>
              <a:p>
                <a:pPr lvl="1"/>
                <a:r>
                  <a:rPr lang="en-US" dirty="0"/>
                  <a:t>Status: Finished</a:t>
                </a:r>
              </a:p>
              <a:p>
                <a:pPr lvl="1"/>
                <a:r>
                  <a:rPr lang="en-US" dirty="0"/>
                  <a:t>By: Evelyn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E4BA5-6FA8-5C93-6EAB-AA229381A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3" y="2052918"/>
                <a:ext cx="6394768" cy="4195481"/>
              </a:xfrm>
              <a:blipFill>
                <a:blip r:embed="rId2"/>
                <a:stretch>
                  <a:fillRect l="-477" t="-1599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8CE897D-AE91-CF86-4B46-D335B7EC1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1" y="4225704"/>
            <a:ext cx="3269263" cy="19051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5CF915-6D6C-3752-A9E0-90E94C4D16DE}"/>
                  </a:ext>
                </a:extLst>
              </p:cNvPr>
              <p:cNvSpPr txBox="1"/>
              <p:nvPr/>
            </p:nvSpPr>
            <p:spPr>
              <a:xfrm>
                <a:off x="6814954" y="1897903"/>
                <a:ext cx="4220154" cy="671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1" smtClean="0">
                              <a:solidFill>
                                <a:schemeClr val="tx1"/>
                              </a:solidFill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1" smtClean="0">
                              <a:solidFill>
                                <a:schemeClr val="tx1"/>
                              </a:solidFill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𝜵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l-G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</m:den>
                      </m:f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𝜵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US" b="1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5CF915-6D6C-3752-A9E0-90E94C4D1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954" y="1897903"/>
                <a:ext cx="4220154" cy="671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8A688C6-5663-C7D1-13AF-7AA86D860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249" y="2543131"/>
            <a:ext cx="4717189" cy="3581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9EBE26-A44C-FC25-3122-C12AFB5D10C6}"/>
                  </a:ext>
                </a:extLst>
              </p:cNvPr>
              <p:cNvSpPr txBox="1"/>
              <p:nvPr/>
            </p:nvSpPr>
            <p:spPr>
              <a:xfrm>
                <a:off x="6773163" y="2913936"/>
                <a:ext cx="16870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9EBE26-A44C-FC25-3122-C12AFB5D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163" y="2913936"/>
                <a:ext cx="16870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D7CBC04-3913-B853-2BF6-D2DF12A70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5249" y="3241501"/>
            <a:ext cx="4526672" cy="3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0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Boundary conditions &amp; Obstacle masking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BA5-6FA8-5C93-6EAB-AA229381A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7985029" cy="4195481"/>
          </a:xfrm>
        </p:spPr>
        <p:txBody>
          <a:bodyPr>
            <a:normAutofit/>
          </a:bodyPr>
          <a:lstStyle/>
          <a:p>
            <a:r>
              <a:rPr lang="en-US" dirty="0"/>
              <a:t>2.1 Lid &amp; Moving Wall Boundary Constraints: Coding the Dirichlet and Neumann boundary conditions (e.g., no-slip conditions at the bottom/side walls and the constant velocity at the top surface.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Tiffany</a:t>
            </a:r>
          </a:p>
          <a:p>
            <a:r>
              <a:rPr lang="en-US" dirty="0"/>
              <a:t>2.2 Solid Obstacle Masking Matrix: Designing a static </a:t>
            </a:r>
            <a:r>
              <a:rPr lang="en-US" dirty="0" err="1"/>
              <a:t>boolean</a:t>
            </a:r>
            <a:r>
              <a:rPr lang="en-US" dirty="0"/>
              <a:t>/integer mask matrix to isolate nodes falling inside the central obstacle coordinates.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Tiffany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7FE90-EAE4-2FCE-5A77-B2DA2294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09" y="2052918"/>
            <a:ext cx="2831075" cy="1771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5257C-2A9F-2D55-4CDB-4FC8EC736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509" y="3964365"/>
            <a:ext cx="2509171" cy="280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3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Boundary conditions &amp; Obstacle masking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BA5-6FA8-5C93-6EAB-AA229381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2.3 Obstacle No-Slip Implementation: Enforcing strict zero-velocity and zero-</a:t>
            </a:r>
            <a:r>
              <a:rPr lang="en-US" dirty="0" err="1"/>
              <a:t>streamfunction</a:t>
            </a:r>
            <a:r>
              <a:rPr lang="en-US" dirty="0"/>
              <a:t> boundaries specifically along the outer perimeter of the interior obstacle.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Tiffany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044CF-4A66-8409-2FD4-996E2825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73" y="2052918"/>
            <a:ext cx="2339543" cy="26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4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Solver Engine &amp; Iterative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BA5-6FA8-5C93-6EAB-AA229381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3.1 Vorticity Transport Step: Implementing a Finite Difference Method (FDM) scheme to explicitly </a:t>
            </a:r>
            <a:r>
              <a:rPr lang="en-US" dirty="0" err="1"/>
              <a:t>advect</a:t>
            </a:r>
            <a:r>
              <a:rPr lang="en-US" dirty="0"/>
              <a:t> and diffuse vorticity at each time step.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Tiffany</a:t>
            </a:r>
          </a:p>
          <a:p>
            <a:r>
              <a:rPr lang="en-US" dirty="0"/>
              <a:t>3.2 Poisson Solver for </a:t>
            </a:r>
            <a:r>
              <a:rPr lang="en-US" dirty="0" err="1"/>
              <a:t>Streamfunction</a:t>
            </a:r>
            <a:r>
              <a:rPr lang="en-US" dirty="0"/>
              <a:t>: Setting up an iterative relaxation solver to compute the </a:t>
            </a:r>
            <a:r>
              <a:rPr lang="en-US" dirty="0" err="1"/>
              <a:t>streamfunction</a:t>
            </a:r>
            <a:r>
              <a:rPr lang="en-US" dirty="0"/>
              <a:t> </a:t>
            </a:r>
            <a:r>
              <a:rPr lang="el-GR" dirty="0"/>
              <a:t>Ψ</a:t>
            </a:r>
            <a:r>
              <a:rPr lang="en-US" dirty="0"/>
              <a:t> from the new vorticity field.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Tiffany</a:t>
            </a:r>
          </a:p>
          <a:p>
            <a:r>
              <a:rPr lang="en-US" dirty="0"/>
              <a:t>3.3 Residual Tracking &amp; Convergence: Setting up an error metric tracker (</a:t>
            </a:r>
            <a:r>
              <a:rPr lang="en-US" dirty="0" err="1"/>
              <a:t>errors.append</a:t>
            </a:r>
            <a:r>
              <a:rPr lang="en-US" dirty="0"/>
              <a:t>()) monitored on a logarithmic scale to guarantee convergence limits are met before exiting loops.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Tiffany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5C709-91A2-235F-A1F1-F8D6F433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261" y="367465"/>
            <a:ext cx="2216278" cy="2590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C3F2A-BC69-9556-9585-4689B060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997" y="3157853"/>
            <a:ext cx="2105289" cy="1732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0A781A-77E1-17FC-5D5D-C1FE80DC9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511" y="5116622"/>
            <a:ext cx="2627426" cy="1741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6E864-8693-E1A4-F817-713AE477D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389" y="5116622"/>
            <a:ext cx="1888652" cy="114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0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Post-Processing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BA5-6FA8-5C93-6EAB-AA229381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4.1 Vector Field &amp; Streamline Extraction: Reconstructing horizontal (u) and vertical (v) components from the </a:t>
            </a:r>
            <a:r>
              <a:rPr lang="en-US" dirty="0" err="1"/>
              <a:t>streamfunction</a:t>
            </a:r>
            <a:r>
              <a:rPr lang="en-US" dirty="0"/>
              <a:t> to generate velocity vector fields.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Evelyn</a:t>
            </a:r>
          </a:p>
          <a:p>
            <a:r>
              <a:rPr lang="en-US" dirty="0"/>
              <a:t>4.2 Static Field Contour Plotting: Utilizing Matplotlib to draw contour maps for both the pressure/streamline profiles and the high-vorticity zones forming around the sharp corners of the obstacle.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Evelyn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50DF5-CB2E-ECE4-3241-43877527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906" y="116620"/>
            <a:ext cx="2301397" cy="3077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6EFC72-DD4F-78F9-0357-2B43CC16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853" y="3323645"/>
            <a:ext cx="1793418" cy="348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3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3F38-B3C2-E738-093B-B3B26F67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Post-Processing &amp;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4BA5-6FA8-5C93-6EAB-AA229381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4.3 Temporal Dynamic Animation: Implementing </a:t>
            </a:r>
            <a:r>
              <a:rPr lang="en-US" dirty="0" err="1"/>
              <a:t>FuncAnimation</a:t>
            </a:r>
            <a:r>
              <a:rPr lang="en-US" dirty="0"/>
              <a:t> to render an exportable video capturing the evolution of the fluid flow from its rest state to a fully developed steady state.</a:t>
            </a:r>
          </a:p>
          <a:p>
            <a:pPr lvl="1"/>
            <a:r>
              <a:rPr lang="en-US" dirty="0"/>
              <a:t>Status: Finished</a:t>
            </a:r>
          </a:p>
          <a:p>
            <a:pPr lvl="1"/>
            <a:r>
              <a:rPr lang="en-US" dirty="0"/>
              <a:t>By: Evelyn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306C5-5385-E62F-ED8C-EC3EB8CB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853" y="2052918"/>
            <a:ext cx="1855631" cy="19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36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2031</TotalTime>
  <Words>451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Century Gothic</vt:lpstr>
      <vt:lpstr>Wingdings 3</vt:lpstr>
      <vt:lpstr>Ion</vt:lpstr>
      <vt:lpstr>Lid-driven Cavity: Project Milestone</vt:lpstr>
      <vt:lpstr>Phase 1: Mathemathical formulation &amp; discretetization</vt:lpstr>
      <vt:lpstr>Phase 2: Boundary conditions &amp; Obstacle masking</vt:lpstr>
      <vt:lpstr>Phase 2: Boundary conditions &amp; Obstacle masking</vt:lpstr>
      <vt:lpstr>Phase 3: Solver Engine &amp; Iterative Loops</vt:lpstr>
      <vt:lpstr>Phase 4: Post-Processing &amp; Visualization</vt:lpstr>
      <vt:lpstr>Phase 4: Post-Processing &amp;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dc:creator>CTMTM</dc:creator>
  <cp:lastModifiedBy>CTMTM</cp:lastModifiedBy>
  <cp:revision>70</cp:revision>
  <dcterms:created xsi:type="dcterms:W3CDTF">2026-03-21T05:51:14Z</dcterms:created>
  <dcterms:modified xsi:type="dcterms:W3CDTF">2026-05-19T12:13:16Z</dcterms:modified>
</cp:coreProperties>
</file>